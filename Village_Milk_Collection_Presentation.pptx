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Village Milk Collection and Payment Register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/>
          </a:bodyPr>
          <a:lstStyle/>
          <a:p>
            <a:r>
              <a:t>Practical Assessment – SIH 2026</a:t>
            </a:r>
          </a:p>
          <a:p>
            <a:r>
              <a:t>Name:</a:t>
            </a:r>
            <a:r>
              <a:rPr lang="en-US"/>
              <a:t> Reyasri R</a:t>
            </a:r>
          </a:p>
          <a:p>
            <a:r>
              <a:t>Department: CSE</a:t>
            </a:r>
          </a:p>
          <a:p>
            <a:r>
              <a:t>College: Prince Dr. K. Vasudevan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Paper slips are used</a:t>
            </a:r>
          </a:p>
          <a:p>
            <a:pPr>
              <a:defRPr sz="2200"/>
            </a:pPr>
            <a:r>
              <a:t>• Slips can be lost or damaged</a:t>
            </a:r>
          </a:p>
          <a:p>
            <a:pPr>
              <a:defRPr sz="2200"/>
            </a:pPr>
            <a:r>
              <a:t>• Payment calculation is slow</a:t>
            </a:r>
          </a:p>
          <a:p>
            <a:pPr>
              <a:defRPr sz="2200"/>
            </a:pPr>
            <a:r>
              <a:t>• Members cannot verify totals before payment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Digital milk collection register</a:t>
            </a:r>
          </a:p>
          <a:p>
            <a:pPr>
              <a:defRPr sz="2200"/>
            </a:pPr>
            <a:r>
              <a:t>• Automatic amount calculation</a:t>
            </a:r>
          </a:p>
          <a:p>
            <a:pPr>
              <a:defRPr sz="2200"/>
            </a:pPr>
            <a:r>
              <a:t>• Search &amp; Filter records</a:t>
            </a:r>
          </a:p>
          <a:p>
            <a:pPr>
              <a:defRPr sz="2200"/>
            </a:pPr>
            <a:r>
              <a:t>• View details and running total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HTML, CSS, JavaScript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Fields:</a:t>
            </a:r>
          </a:p>
          <a:p>
            <a:pPr>
              <a:defRPr sz="2200"/>
            </a:pPr>
            <a:r>
              <a:t>Entry ID, Member ID, Member Name, Date, Session,</a:t>
            </a:r>
          </a:p>
          <a:p>
            <a:pPr>
              <a:defRPr sz="2200"/>
            </a:pPr>
            <a:r>
              <a:t>Quantity, Fat %, Rate, Amount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Amount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Formula:</a:t>
            </a:r>
          </a:p>
          <a:p>
            <a:pPr>
              <a:defRPr sz="2200"/>
            </a:pPr>
            <a:r>
              <a:t>Amount = Quantity × Rate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Example:</a:t>
            </a:r>
          </a:p>
          <a:p>
            <a:pPr>
              <a:defRPr sz="2200"/>
            </a:pPr>
            <a:r>
              <a:t>12 Litres × ₹40 = ₹480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Running Total shown on Details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Replace this slide with screenshots of:</a:t>
            </a:r>
          </a:p>
          <a:p>
            <a:pPr>
              <a:defRPr sz="2200"/>
            </a:pPr>
            <a:r>
              <a:t>• Home Page</a:t>
            </a:r>
          </a:p>
          <a:p>
            <a:pPr>
              <a:defRPr sz="2200"/>
            </a:pPr>
            <a:r>
              <a:t>• Search &amp; Filter</a:t>
            </a:r>
          </a:p>
          <a:p>
            <a:pPr>
              <a:defRPr sz="2200"/>
            </a:pPr>
            <a:r>
              <a:t>• Details Page</a:t>
            </a:r>
          </a:p>
          <a:p>
            <a:pPr>
              <a:defRPr sz="2200"/>
            </a:pPr>
            <a:r>
              <a:t>• Running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✔ Add Record</a:t>
            </a:r>
          </a:p>
          <a:p>
            <a:pPr>
              <a:defRPr sz="2200"/>
            </a:pPr>
            <a:r>
              <a:t>✔ Search</a:t>
            </a:r>
          </a:p>
          <a:p>
            <a:pPr>
              <a:defRPr sz="2200"/>
            </a:pPr>
            <a:r>
              <a:t>✔ Filter</a:t>
            </a:r>
          </a:p>
          <a:p>
            <a:pPr>
              <a:defRPr sz="2200"/>
            </a:pPr>
            <a:r>
              <a:t>✔ View Details</a:t>
            </a:r>
          </a:p>
          <a:p>
            <a:pPr>
              <a:defRPr sz="2200"/>
            </a:pPr>
            <a:r>
              <a:t>✔ Running Total</a:t>
            </a:r>
          </a:p>
          <a:p>
            <a:pPr>
              <a:defRPr sz="2200"/>
            </a:pPr>
            <a:r>
              <a:t>✔ Responsive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Benefits:</a:t>
            </a:r>
          </a:p>
          <a:p>
            <a:pPr>
              <a:defRPr sz="2200"/>
            </a:pPr>
            <a:r>
              <a:t>• Faster record management</a:t>
            </a:r>
          </a:p>
          <a:p>
            <a:pPr>
              <a:defRPr sz="2200"/>
            </a:pPr>
            <a:r>
              <a:t>• Automatic calculations</a:t>
            </a:r>
          </a:p>
          <a:p>
            <a:pPr>
              <a:defRPr sz="2200"/>
            </a:pPr>
            <a:r>
              <a:t>• Reduced disputes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Future:</a:t>
            </a:r>
          </a:p>
          <a:p>
            <a:pPr>
              <a:defRPr sz="2200"/>
            </a:pPr>
            <a:r>
              <a:t>• Login</a:t>
            </a:r>
          </a:p>
          <a:p>
            <a:pPr>
              <a:defRPr sz="2200"/>
            </a:pPr>
            <a:r>
              <a:t>• Database</a:t>
            </a:r>
          </a:p>
          <a:p>
            <a:pPr>
              <a:defRPr sz="2200"/>
            </a:pPr>
            <a:r>
              <a:t>• PDF Bills</a:t>
            </a:r>
          </a:p>
          <a:p>
            <a:pPr>
              <a:defRPr sz="2200"/>
            </a:pPr>
            <a:r>
              <a:t>• Reports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WPS Presentation</Application>
  <PresentationFormat>On-screen Show (4:3)</PresentationFormat>
  <Paragraphs>71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Village Milk Collection and Payment Register</vt:lpstr>
      <vt:lpstr>Problem Statement</vt:lpstr>
      <vt:lpstr>Solution</vt:lpstr>
      <vt:lpstr>Technologies &amp; Fields</vt:lpstr>
      <vt:lpstr>Amount Calculation</vt:lpstr>
      <vt:lpstr>Application Screenshots</vt:lpstr>
      <vt:lpstr>Testing</vt:lpstr>
      <vt:lpstr>Conclusion &amp; 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reyasri</cp:lastModifiedBy>
  <cp:revision>2</cp:revision>
  <dcterms:created xsi:type="dcterms:W3CDTF">2013-01-27T09:14:00Z</dcterms:created>
  <dcterms:modified xsi:type="dcterms:W3CDTF">2026-07-26T17:31:05Z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3B70B74C89DC4A7EABD46BF4F33555D6_12</vt:lpwstr>
  </property>
  <property fmtid="{D5CDD505-2E9C-101B-9397-08002B2CF9AE}" pid="3" name="KSOProductBuildVer">
    <vt:lpwstr>1033-12.1.0.27458</vt:lpwstr>
  </property>
</Properties>
</file>